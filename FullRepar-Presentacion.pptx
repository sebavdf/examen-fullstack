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725513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 — Informe C2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0023" y="2342629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Piezas de Software y Arquitectura General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023" y="2763069"/>
            <a:ext cx="741983" cy="234479"/>
          </a:xfrm>
          <a:prstGeom prst="roundRect">
            <a:avLst>
              <a:gd name="adj" fmla="val 22111"/>
            </a:avLst>
          </a:prstGeom>
          <a:solidFill>
            <a:srgbClr val="E6E6E6"/>
          </a:solidFill>
          <a:ln/>
        </p:spPr>
      </p:sp>
      <p:sp>
        <p:nvSpPr>
          <p:cNvPr id="6" name="Text 3"/>
          <p:cNvSpPr/>
          <p:nvPr/>
        </p:nvSpPr>
        <p:spPr>
          <a:xfrm>
            <a:off x="632594" y="2809354"/>
            <a:ext cx="101404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EFT DSY1103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359098" y="2763069"/>
            <a:ext cx="2494434" cy="234479"/>
          </a:xfrm>
          <a:prstGeom prst="roundRect">
            <a:avLst>
              <a:gd name="adj" fmla="val 22111"/>
            </a:avLst>
          </a:prstGeom>
          <a:noFill/>
          <a:ln w="4763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51670" y="2809354"/>
            <a:ext cx="2766492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SISTEMA DE GESTIÓN PARA TALLER DE REPARACIÓN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0023" y="3171081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Sebastiàn Salinas Examen FullStack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31081"/>
            <a:ext cx="4634954" cy="32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Introducción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540023" y="921246"/>
            <a:ext cx="4634954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 es un sistema de gestión para un taller de reparación de dispositivos electrónicos, implementado bajo una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arquitectura de microservicios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Este informe describe las piezas de software, su rol y cómo se comunican entre sí.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0023" y="1620962"/>
            <a:ext cx="4634954" cy="690488"/>
          </a:xfrm>
          <a:prstGeom prst="roundRect">
            <a:avLst>
              <a:gd name="adj" fmla="val 79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4936" y="1755874"/>
            <a:ext cx="4365129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11 piezas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4936" y="1984474"/>
            <a:ext cx="43651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Desplegadas de forma independiente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0023" y="2421285"/>
            <a:ext cx="4634954" cy="690488"/>
          </a:xfrm>
          <a:prstGeom prst="roundRect">
            <a:avLst>
              <a:gd name="adj" fmla="val 79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4936" y="2556197"/>
            <a:ext cx="4365129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9 microservicios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4936" y="2784797"/>
            <a:ext cx="43651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 dominio con BD propia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0023" y="3221608"/>
            <a:ext cx="4634954" cy="690488"/>
          </a:xfrm>
          <a:prstGeom prst="roundRect">
            <a:avLst>
              <a:gd name="adj" fmla="val 79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4936" y="3356521"/>
            <a:ext cx="4365129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 BFF Gateway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4936" y="3585121"/>
            <a:ext cx="43651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Punto de entrada único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0023" y="4021931"/>
            <a:ext cx="4634954" cy="690488"/>
          </a:xfrm>
          <a:prstGeom prst="roundRect">
            <a:avLst>
              <a:gd name="adj" fmla="val 79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4936" y="4156844"/>
            <a:ext cx="4365129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 Eureka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4936" y="4385444"/>
            <a:ext cx="43651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Descubrimiento de servicios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82575"/>
            <a:ext cx="80639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Inventario de Piezas de Software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40023" y="958751"/>
            <a:ext cx="85211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Cada microservicio que persiste datos cuenta con su propia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base PostgreSQL aislada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notification-service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no tiene BD: procesa la notificación y no persiste estado.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0023" y="1232148"/>
            <a:ext cx="8063954" cy="3428702"/>
          </a:xfrm>
          <a:prstGeom prst="roundRect">
            <a:avLst>
              <a:gd name="adj" fmla="val 144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785" y="1236911"/>
            <a:ext cx="8054429" cy="284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3029" y="1295921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09762" y="1295921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Servicio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81710" y="1295921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Puerto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9306" y="1295921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59041" y="1295921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4785" y="1521842"/>
            <a:ext cx="8054429" cy="284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3029" y="1580852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09762" y="1580852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bff-gateway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81710" y="1580852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9306" y="1580852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59041" y="1580852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API Gateway, enruta y valida JWT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785" y="1806773"/>
            <a:ext cx="8054429" cy="284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63029" y="1865784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09762" y="1865784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eureka-server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710" y="1865784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8761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9306" y="1865784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59041" y="1865784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Registro y descubrimiento de servicios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785" y="2091705"/>
            <a:ext cx="8054429" cy="284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3029" y="2150715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09762" y="2150715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auth-service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81710" y="2150715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9306" y="2150715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fullrepar_auth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59041" y="2150715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Registro/login, emisión JWT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785" y="2376636"/>
            <a:ext cx="8054429" cy="284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3029" y="2435647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09762" y="2435647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customer-service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81710" y="2435647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9306" y="2435647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fullrepar_customer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59041" y="2435647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CRUD de clientes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785" y="2661568"/>
            <a:ext cx="8054429" cy="284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63029" y="2720578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09762" y="2720578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device-service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81710" y="2720578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9306" y="2720578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fullrepar_device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59041" y="2720578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CRUD de dispositivos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785" y="2946499"/>
            <a:ext cx="8054429" cy="284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63029" y="3005510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09762" y="3005510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repair-service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81710" y="3005510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09306" y="3005510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fullrepar_repair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59041" y="3005510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Núcleo: órdenes y máquina de estados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4785" y="3231431"/>
            <a:ext cx="8054429" cy="284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63029" y="3290441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09762" y="3290441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inventory-service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081710" y="3290441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09306" y="3290441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fullrepar_inventory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59041" y="3290441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Repuestos y stock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4785" y="3516362"/>
            <a:ext cx="8054429" cy="284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63029" y="3575372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309762" y="3575372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technician-service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081710" y="3575372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09306" y="3575372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fullrepar_technician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59041" y="3575372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CRUD de técnicos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4785" y="3801294"/>
            <a:ext cx="8054429" cy="284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63029" y="3860304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09762" y="3860304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payment-service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081710" y="3860304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09306" y="3860304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fullrepar_payment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59041" y="3860304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Pagos asociados a órdenes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4785" y="4086225"/>
            <a:ext cx="8054429" cy="284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63029" y="4145235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309762" y="4145235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notification-service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081710" y="4145235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209306" y="4145235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Sin BD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659041" y="4145235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Notificaciones de eventos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4785" y="4371156"/>
            <a:ext cx="8054429" cy="284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63029" y="4430167"/>
            <a:ext cx="862980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11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309762" y="4430167"/>
            <a:ext cx="1988195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review-service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081710" y="4430167"/>
            <a:ext cx="1343844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8089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209306" y="4430167"/>
            <a:ext cx="166598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fullrepar_repair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59041" y="4430167"/>
            <a:ext cx="3279279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Reseñas de órdenes completadas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05644"/>
            <a:ext cx="8063954" cy="277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Diagrama de Arquitectura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12" y="942305"/>
            <a:ext cx="7997503" cy="344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1348" y="3759698"/>
            <a:ext cx="1451496" cy="18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Microservicios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11348" y="2961375"/>
            <a:ext cx="1451496" cy="18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Eureka Server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11348" y="2171116"/>
            <a:ext cx="1451496" cy="18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BFF Gateway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1348" y="1372793"/>
            <a:ext cx="1451496" cy="181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Cliente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0023" y="4480694"/>
            <a:ext cx="852115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Todos los microservicios se registran en </a:t>
            </a:r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Eureka Server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al arrancar. El BFF resuelve dinámicamente la dirección de cada instancia mediante el prefijo 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lb://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(load-balanced), sin hardcodear IPs ni puertos.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Comunicación entre Microservicios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0023" y="694283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microservicios se comunican de forma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síncrona (REST vía WebClient)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para validar datos de otros dominios antes de completar una operación.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873621"/>
            <a:ext cx="3937918" cy="3937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70822" y="2529260"/>
            <a:ext cx="393791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Validaciones cruzadas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670822" y="2664247"/>
            <a:ext cx="3937918" cy="516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device-service → customer-service: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valida que el cliente exista antes de registrar un dispositivo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repair-service → customer-service: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valida existencia del cliente al crear una orden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repair-service → device-service: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valida existencia del dispositivo al crear una orden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payment-service → repair-service: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valida que la orden exista antes de procesar el pago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review-service → repair-service: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valida que la orden esté COMPLETED/DELIVERED antes de reseñar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52810"/>
            <a:ext cx="4634954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Seguridad y Sesión de Usuario</a:t>
            </a:r>
            <a:endParaRPr lang="en-US" sz="1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023" y="919014"/>
            <a:ext cx="4634954" cy="8653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5774" y="1058614"/>
            <a:ext cx="429860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Registro y Login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4165774" y="1276424"/>
            <a:ext cx="429860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expone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/api/v1/auth/register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y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/api/v1/auth/login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Contraseñas hasheadas con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BCrypt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nunca en texto plano.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1886173"/>
            <a:ext cx="4634954" cy="8653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5774" y="2025774"/>
            <a:ext cx="429860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Emisión de JWT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4165774" y="2243584"/>
            <a:ext cx="429860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Login exitoso emite un JWT firmado con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HS256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(librería jjwt), con expiración configurable (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jwt.expiration-ms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).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9023" y="2853333"/>
            <a:ext cx="4634954" cy="8701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5774" y="2992934"/>
            <a:ext cx="429860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Validación en Gateway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4165774" y="3210744"/>
            <a:ext cx="4298603" cy="373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bff-gateway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valida el JWT en cada request mediante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JwtAuthFilter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exceptuando rutas públicas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/api/v1/auth/**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y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/actuator/**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9023" y="3825255"/>
            <a:ext cx="4634954" cy="86536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65774" y="3964856"/>
            <a:ext cx="429860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Secreto compartido</a:t>
            </a:r>
            <a:endParaRPr lang="en-US" sz="950" dirty="0"/>
          </a:p>
        </p:txBody>
      </p:sp>
      <p:sp>
        <p:nvSpPr>
          <p:cNvPr id="15" name="Text 8"/>
          <p:cNvSpPr/>
          <p:nvPr/>
        </p:nvSpPr>
        <p:spPr>
          <a:xfrm>
            <a:off x="4165774" y="4182666"/>
            <a:ext cx="429860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jwt.secret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compartido entre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y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bff-gateway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vía variable de entorno, garantizando que solo el gateway valide tokens.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104602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Infraestructura y Despliegue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1798886"/>
            <a:ext cx="8063954" cy="503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Todo el sistema se orquesta mediante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Docker Compose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(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). Comando de despliegue: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Adicionalmente, cada servicio puede ejecutarse de forma individual en desarrollo local con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bootRun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apuntando a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0023" y="2552849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0023" y="3254871"/>
            <a:ext cx="25593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0023" y="3540323"/>
            <a:ext cx="255939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Orquestados en total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2301" y="2552849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2301" y="3254871"/>
            <a:ext cx="25593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2301" y="3540323"/>
            <a:ext cx="2559397" cy="498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Uno por microservicio con volumen y healthcheck (</a:t>
            </a:r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pg_isready</a:t>
            </a:r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44580" y="2552849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44580" y="3254871"/>
            <a:ext cx="25593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Servicios Java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44580" y="3540323"/>
            <a:ext cx="255939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9 microservicios + BFF, dependientes de que su BD esté saludable y Eureka esté iniciado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114276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Calidad: Tests y Observabilidad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1885652"/>
            <a:ext cx="38437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Cobertura de Tests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0023" y="2232794"/>
            <a:ext cx="3843784" cy="1639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Cada microservicio incorpora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Jacoco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en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con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jacocoTestCoverageVerification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que exige un mínimo del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40%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 cobertura de línea al ejecutar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./gradlew check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Respaldo: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36 tests unitarios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(JUnit 5 + Mockito) en las 9 clases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*Service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validando flujos exitosos y reglas de negocio (estado inválido, stock insuficiente, email duplicado, pago ya confirmado).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4956" y="1885652"/>
            <a:ext cx="38437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Observabilidad con GlitchTip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4956" y="2232794"/>
            <a:ext cx="3843784" cy="503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Integrado mediante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sentry-spring-boot-starter-jakarta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en los 9 microservicios y en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bff-gateway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956" y="2874987"/>
            <a:ext cx="3843784" cy="110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Captura automáticamente eventos </a:t>
            </a:r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WARN/ERROR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Envía a GlitchTip configurado en </a:t>
            </a:r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GLITCHTIP_DSN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 no está definida, el servicio opera con normalidad y registra logs por consola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61293"/>
            <a:ext cx="8063954" cy="32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Estado de Cumplimiento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540023" y="1006376"/>
            <a:ext cx="8063954" cy="3675831"/>
          </a:xfrm>
          <a:prstGeom prst="roundRect">
            <a:avLst>
              <a:gd name="adj" fmla="val 14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4785" y="1011138"/>
            <a:ext cx="8054429" cy="333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5010" y="1081757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Requisito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07260" y="1081757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Estado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4785" y="1344439"/>
            <a:ext cx="8054429" cy="333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75010" y="1415058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Controller / Service / Repository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07260" y="1415058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4785" y="1677739"/>
            <a:ext cx="8054429" cy="333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5010" y="1748358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CRUD completo por microservicio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07260" y="1748358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785" y="2011040"/>
            <a:ext cx="8054429" cy="333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5010" y="2081659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Manejo centralizado de errores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07260" y="2081659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 (GlobalExceptionHandler)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785" y="2344341"/>
            <a:ext cx="8054429" cy="333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5010" y="2414960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Comunicación entre microservicios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7260" y="2414960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 (WebClient + Eureka)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785" y="2677641"/>
            <a:ext cx="8054429" cy="333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75010" y="2748260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07260" y="2748260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 (20 contenedores)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785" y="3010942"/>
            <a:ext cx="8054429" cy="333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5010" y="3081561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API Gateway + JWT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7260" y="3081561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785" y="3344242"/>
            <a:ext cx="8054429" cy="333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75010" y="3414861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Javadoc en métodos de servicios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7260" y="3414861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100% documentados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785" y="3677543"/>
            <a:ext cx="8054429" cy="333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5010" y="3748162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Jacoco ≥ 40% + 36 tests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7260" y="3748162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Cumplido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4785" y="4010844"/>
            <a:ext cx="8054429" cy="333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75010" y="4081463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GlitchTip integrado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7260" y="4081463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Activable con GLITCHTIP_DSN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785" y="4344144"/>
            <a:ext cx="8054429" cy="333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5010" y="4414763"/>
            <a:ext cx="4624388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GitHub y Trello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7260" y="4414763"/>
            <a:ext cx="3819004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⏳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 verificar por el equipo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27881"/>
            <a:ext cx="4634954" cy="3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Conclusión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0023" y="967457"/>
            <a:ext cx="5092154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arquitectura de FullRepar cumple con los lineamientos estructurales exigidos: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023" y="1323156"/>
            <a:ext cx="4634954" cy="753070"/>
          </a:xfrm>
          <a:prstGeom prst="roundRect">
            <a:avLst>
              <a:gd name="adj" fmla="val 779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4609" y="1467743"/>
            <a:ext cx="434578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Separación de dominios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4609" y="1718444"/>
            <a:ext cx="434578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Responsabilidades claramente delimitadas por servicio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0023" y="2202954"/>
            <a:ext cx="4634954" cy="753070"/>
          </a:xfrm>
          <a:prstGeom prst="roundRect">
            <a:avLst>
              <a:gd name="adj" fmla="val 779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4609" y="2347540"/>
            <a:ext cx="434578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BD por servicio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4609" y="2598241"/>
            <a:ext cx="434578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Solo donde aplica, totalmente aisladas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0023" y="3082751"/>
            <a:ext cx="4634954" cy="753070"/>
          </a:xfrm>
          <a:prstGeom prst="roundRect">
            <a:avLst>
              <a:gd name="adj" fmla="val 779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4609" y="3227338"/>
            <a:ext cx="434578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Desacoplamiento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4609" y="3478039"/>
            <a:ext cx="434578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Comunicación vía descubrimiento de servicios (Eureka)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0023" y="3962549"/>
            <a:ext cx="4634954" cy="753070"/>
          </a:xfrm>
          <a:prstGeom prst="roundRect">
            <a:avLst>
              <a:gd name="adj" fmla="val 779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4609" y="4107135"/>
            <a:ext cx="434578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Calidad verificada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4609" y="4357836"/>
            <a:ext cx="434578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Jacoco, Javadoc completo y GlitchTip integrados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2026-07-15T21:12:54Z</dcterms:created>
  <dcterms:modified xsi:type="dcterms:W3CDTF">2026-07-15T21:12:54Z</dcterms:modified>
</cp:coreProperties>
</file>